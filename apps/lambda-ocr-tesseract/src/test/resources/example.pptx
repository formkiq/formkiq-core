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Sales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presentation shows regional sales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Laptops and phones lead in revenue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